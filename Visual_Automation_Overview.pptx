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468880"/>
            <a:ext cx="822960" cy="40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97480"/>
            <a:ext cx="9966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11111"/>
                </a:solidFill>
              </a:rPr>
              <a:t>VISUAL
AUTOMATION</a:t>
            </a:r>
          </a:p>
          <a:p>
            <a:r>
              <a:rPr sz="2000">
                <a:solidFill>
                  <a:srgbClr val="666666"/>
                </a:solidFill>
              </a:rPr>
              <a:t>Browser automation that reads image-codes with local OCR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111"/>
                </a:solidFill>
              </a:rPr>
              <a:t>Ashiwni Singh</a:t>
            </a:r>
          </a:p>
          <a:p>
            <a:r>
              <a:rPr sz="1300">
                <a:solidFill>
                  <a:srgbClr val="666666"/>
                </a:solidFill>
              </a:rPr>
              <a:t>Authorized testing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11111"/>
                </a:solidFill>
              </a:rPr>
              <a:t>Visual Automation  ·  </a:t>
            </a:r>
            <a:r>
              <a:rPr sz="1100">
                <a:solidFill>
                  <a:srgbClr val="666666"/>
                </a:solidFill>
              </a:rPr>
              <a:t>Overview       Ashiwni Singh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09360"/>
            <a:ext cx="1088136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What it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822960" cy="40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A single Python process that automates a visual verification step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Launches Chromium — headful for manual login, or fully headless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Detects the image-code on the page and reads it with PP-OCR on CPU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No cloud, no API keys, no VLM — everything runs locally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Validates the text before typing, submits, and verifies the result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On failure: exit code 1 plus page screenshot + metadata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11111"/>
                </a:solidFill>
              </a:rPr>
              <a:t>Visual Automation  ·  </a:t>
            </a:r>
            <a:r>
              <a:rPr sz="1100">
                <a:solidFill>
                  <a:srgbClr val="666666"/>
                </a:solidFill>
              </a:rPr>
              <a:t>Overview       Ashiwni Singh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09360"/>
            <a:ext cx="1088136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822960" cy="40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OPEN_BROWSER → AUTHENTICATE → CAPTURE → OCR → VALIDATE → FILL → SUBMIT → VERIFY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Explicit state machine — the orchestrator is the single owner of state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Bounded retries on every step — never a busy loop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Element screenshots, not whole-page screenshots, for cleaner OCR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Long-lived OCR model loaded once; reused for every attempt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Exit code 0 = success, 1 = failure with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11111"/>
                </a:solidFill>
              </a:rPr>
              <a:t>Visual Automation  ·  </a:t>
            </a:r>
            <a:r>
              <a:rPr sz="1100">
                <a:solidFill>
                  <a:srgbClr val="666666"/>
                </a:solidFill>
              </a:rPr>
              <a:t>Overview       Ashiwni Singh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09360"/>
            <a:ext cx="1088136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See it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822960" cy="40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Bundled authorized local test page — reads the code, fills it, verifies:</a:t>
            </a:r>
          </a:p>
        </p:txBody>
      </p:sp>
      <p:pic>
        <p:nvPicPr>
          <p:cNvPr id="7" name="Picture 6" descr="demo_b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48840"/>
            <a:ext cx="534924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585216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</a:rPr>
              <a:t>challenge → OCR reads → fills input → Continue → Verified  (animated in slideshow)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11111"/>
                </a:solidFill>
              </a:rPr>
              <a:t>Visual Automation  ·  </a:t>
            </a:r>
            <a:r>
              <a:rPr sz="1100">
                <a:solidFill>
                  <a:srgbClr val="666666"/>
                </a:solidFill>
              </a:rPr>
              <a:t>Overview       Ashiwni Singh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09360"/>
            <a:ext cx="1088136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Run it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822960" cy="40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git clone https://github.com/prabhat-vishwakarma/visual-automation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python3 -m venv .venv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.venv/bin/pip install -r requirements.txt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.venv/bin/python -m playwright install chromium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Terminal 1:  .venv/bin/python -m tools.serve_test_site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Terminal 2:  ./run.sh --config config/local-test.yaml   → reads K7Q2P, exit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11111"/>
                </a:solidFill>
              </a:rPr>
              <a:t>Visual Automation  ·  </a:t>
            </a:r>
            <a:r>
              <a:rPr sz="1100">
                <a:solidFill>
                  <a:srgbClr val="666666"/>
                </a:solidFill>
              </a:rPr>
              <a:t>Overview       Ashiwni Singh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09360"/>
            <a:ext cx="1088136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YOUR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Use it on your own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822960" cy="40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Interactive wizard captures the page's selectors for you: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      .venv/bin/python -m tools.site_setup --url https://your-site.com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Log in manually in the visible browser, go to the code step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Pick the code image (OCR confirms it can read it), the input, and the button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Config is written to config/site.yaml automatically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111"/>
                </a:solidFill>
              </a:rPr>
              <a:t>—  Then run:  ./run.sh --config config/site.yaml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11111"/>
                </a:solidFill>
              </a:rPr>
              <a:t>Visual Automation  ·  </a:t>
            </a:r>
            <a:r>
              <a:rPr sz="1100">
                <a:solidFill>
                  <a:srgbClr val="666666"/>
                </a:solidFill>
              </a:rPr>
              <a:t>Overview       Ashiwni Singh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09360"/>
            <a:ext cx="1088136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What it does 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822960" cy="40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No reCAPTCHA / hCaptcha / Turnstile / Cloudflare bypass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No fingerprint evasion, proxy rotation, or access-control evasion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No desktop-app automation — browsers only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No secrets or credentials are ever logged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111"/>
                </a:solidFill>
              </a:rPr>
              <a:t>—  Authorized test environments, internal apps, QA, and sites you own —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11111"/>
                </a:solidFill>
              </a:rPr>
              <a:t>Visual Automation  ·  </a:t>
            </a:r>
            <a:r>
              <a:rPr sz="1100">
                <a:solidFill>
                  <a:srgbClr val="666666"/>
                </a:solidFill>
              </a:rPr>
              <a:t>Overview       Ashiwni Singh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09360"/>
            <a:ext cx="1088136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Links &amp;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822960" cy="40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111111"/>
                </a:solidFill>
              </a:rPr>
              <a:t>GitHub (public)   </a:t>
            </a:r>
            <a:r>
              <a:rPr sz="1800">
                <a:solidFill>
                  <a:srgbClr val="666666"/>
                </a:solidFill>
              </a:rPr>
              <a:t>https://github.com/prabhat-vishwakarma/visual-automation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11111"/>
                </a:solidFill>
              </a:rPr>
              <a:t>Download &amp; install guide   </a:t>
            </a:r>
            <a:r>
              <a:rPr sz="1800">
                <a:solidFill>
                  <a:srgbClr val="666666"/>
                </a:solidFill>
              </a:rPr>
              <a:t>DOWNLOAD.md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11111"/>
                </a:solidFill>
              </a:rPr>
              <a:t>Run configs   </a:t>
            </a:r>
            <a:r>
              <a:rPr sz="1800">
                <a:solidFill>
                  <a:srgbClr val="666666"/>
                </a:solidFill>
              </a:rPr>
              <a:t>config/local-test.yaml · config/site.yaml · config/portfolio.yaml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11111"/>
                </a:solidFill>
              </a:rPr>
              <a:t>Selectors wizard   </a:t>
            </a:r>
            <a:r>
              <a:rPr sz="1800">
                <a:solidFill>
                  <a:srgbClr val="666666"/>
                </a:solidFill>
              </a:rPr>
              <a:t>tools/site_setup.py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11111"/>
                </a:solidFill>
              </a:rPr>
              <a:t>Local test harness   </a:t>
            </a:r>
            <a:r>
              <a:rPr sz="1800">
                <a:solidFill>
                  <a:srgbClr val="666666"/>
                </a:solidFill>
              </a:rPr>
              <a:t>tools/serve_test_site.py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11111"/>
                </a:solidFill>
              </a:rPr>
              <a:t>Author   </a:t>
            </a:r>
            <a:r>
              <a:rPr sz="1800">
                <a:solidFill>
                  <a:srgbClr val="666666"/>
                </a:solidFill>
              </a:rPr>
              <a:t>Ashiwni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11111"/>
                </a:solidFill>
              </a:rPr>
              <a:t>Visual Automation  ·  </a:t>
            </a:r>
            <a:r>
              <a:rPr sz="1100">
                <a:solidFill>
                  <a:srgbClr val="666666"/>
                </a:solidFill>
              </a:rPr>
              <a:t>Overview       Ashiwni Singh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09360"/>
            <a:ext cx="1088136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